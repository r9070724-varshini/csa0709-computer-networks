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Networking MCQs: Q36–Q40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4EA"/>
                </a:solidFill>
              </a:rPr>
              <a:t>Given, Formula, Solution, Answer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 1: Q36 – Frame Relay burst duration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</a:rPr>
              <a:t>Max burst duration?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A. 0.25 s     B. 0.5 s     C. 1 s     D. 2 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800"/>
                </a:solidFill>
              </a:rPr>
              <a:t>GIVEN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CIR = 2 Mbps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Burst size (Bc) = 1 Mb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Find: Burst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FORMULA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Burst time = Bc ÷ CIR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SOLUTION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</a:rPr>
              <a:t>= 1 Mb ÷ 2 Mbps = 0.5 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Answer: B (0.5 s)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 2: Q37 – ATM cell size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</a:rPr>
              <a:t>ATM cell size?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A. 48     B. 53     C. 64     D. 128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800"/>
                </a:solidFill>
              </a:rPr>
              <a:t>GIVEN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Header = 5 bytes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Payload = 48 bytes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Find: Total cell 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FORMULA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Cell = Header + Payload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SOLUTION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</a:rPr>
              <a:t>= 5 + 48 = 53 bytes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Answer: B (53)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 3: Q38 – MPLS label size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</a:rPr>
              <a:t>MPLS label size?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A. 16 bits     B. 20 bits     C. 24 bits     D. 32 bits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800"/>
                </a:solidFill>
              </a:rPr>
              <a:t>GIVEN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Asked: size of the MPLS label field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Full header = 32 bits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Find: Label field 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FORMULA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Header = Label + EXP + S + TTL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SOLUTION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</a:rPr>
              <a:t>32 = 20 + 3 + 1 + 8, so label = 20 bits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Answer: B (20 bits)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 4: Q39 – Virtual circuit setup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</a:rPr>
              <a:t>A virtual circuit requires setup of: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A. Path     B. Frames     C. Tokens     D. Slots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800"/>
                </a:solidFill>
              </a:rPr>
              <a:t>GIVEN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Connection-oriented network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Data follows a fixed route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Find: What is set up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FORMULA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Concept: works like a phone call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SOLUTION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</a:rPr>
              <a:t>Path is set up first, then data flows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Answer: A (Path)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 5: Q40 – Voice per ATM cell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</a:rPr>
              <a:t>How many ms of voice per cell?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A. 4     B. 6     C. 8     D. 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800"/>
                </a:solidFill>
              </a:rPr>
              <a:t>GIVEN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ATM payload = 48 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Voice sample rate = 6 B/ms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Find: Time to fill one cell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FORMULA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Time = Payload ÷ Voice rate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</a:rPr>
              <a:t>SOLUTION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</a:rPr>
              <a:t>= 48 B ÷ 6 B/ms = 8 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Answer: C (8)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Final Answer Key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Q36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Q37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Q38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Q39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Q40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2026-10-27T04:35:41Z</dcterms:created>
  <dcterms:modified xsi:type="dcterms:W3CDTF">2026-10-27T04:35:41Z</dcterms:modified>
</cp:coreProperties>
</file>